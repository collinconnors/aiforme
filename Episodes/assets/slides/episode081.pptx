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f+FrLocNozpu2bU3gJ39SF7Fm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d4ca9d3d1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6d4ca9d3d1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6d4ca9d3d1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3ff7faeec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93ff7faeec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8" name="Google Shape;98;g393ff7faeec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3ff7faee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93ff7faee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6" name="Google Shape;106;g393ff7faee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36df5c92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936df5c92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7" name="Google Shape;117;g3936df5c92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3ff7faeec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93ff7faeec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7" name="Google Shape;127;g393ff7faeec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8.jpg"/><Relationship Id="rId5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d4ca9d3d1_0_26"/>
          <p:cNvSpPr txBox="1"/>
          <p:nvPr>
            <p:ph type="ctrTitle"/>
          </p:nvPr>
        </p:nvSpPr>
        <p:spPr>
          <a:xfrm>
            <a:off x="161400" y="237800"/>
            <a:ext cx="112014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AI Image Generation Lab</a:t>
            </a:r>
            <a:endParaRPr/>
          </a:p>
        </p:txBody>
      </p:sp>
      <p:sp>
        <p:nvSpPr>
          <p:cNvPr id="90" name="Google Shape;90;g36d4ca9d3d1_0_26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6d4ca9d3d1_0_26"/>
          <p:cNvSpPr txBox="1"/>
          <p:nvPr/>
        </p:nvSpPr>
        <p:spPr>
          <a:xfrm>
            <a:off x="4468100" y="1723375"/>
            <a:ext cx="63042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1" lang="en-US" sz="1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 Analytical Engine has no pretensions whatever to originate anything. It can do whatever we know how to order it to perform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 A</a:t>
            </a:r>
            <a:r>
              <a:rPr b="1" lang="en-US"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DA LOVELACE</a:t>
            </a: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(1970)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6d4ca9d3d1_0_26"/>
          <p:cNvSpPr txBox="1"/>
          <p:nvPr/>
        </p:nvSpPr>
        <p:spPr>
          <a:xfrm>
            <a:off x="3479230" y="3824808"/>
            <a:ext cx="6102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This lecture explores how to generate AI image through a series of 4 lab assignments. First you are challenged to generate AI images from text alone. Next you are challenged to turn a sketch into a work of art. The next challenge is to edit a picture. The final challenge is to take what you have learned </a:t>
            </a: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from</a:t>
            </a: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the previous 3 challenges and create an infographic. 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3" name="Google Shape;93;g36d4ca9d3d1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0750" y="6020300"/>
            <a:ext cx="675450" cy="53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6d4ca9d3d1_0_26"/>
          <p:cNvSpPr/>
          <p:nvPr/>
        </p:nvSpPr>
        <p:spPr>
          <a:xfrm>
            <a:off x="724988" y="3707425"/>
            <a:ext cx="2544000" cy="258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3ff7faeec_0_7"/>
          <p:cNvSpPr txBox="1"/>
          <p:nvPr>
            <p:ph type="title"/>
          </p:nvPr>
        </p:nvSpPr>
        <p:spPr>
          <a:xfrm>
            <a:off x="465372" y="344350"/>
            <a:ext cx="1008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Task 1 - Create an Image for these Slides</a:t>
            </a:r>
            <a:endParaRPr/>
          </a:p>
        </p:txBody>
      </p:sp>
      <p:sp>
        <p:nvSpPr>
          <p:cNvPr id="101" name="Google Shape;101;g393ff7faeec_0_7"/>
          <p:cNvSpPr txBox="1"/>
          <p:nvPr>
            <p:ph idx="1" type="body"/>
          </p:nvPr>
        </p:nvSpPr>
        <p:spPr>
          <a:xfrm>
            <a:off x="392650" y="1784050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Subject 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Setting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Action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Composition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Camera/framing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Lighting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Mood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Style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Constraints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2" name="Google Shape;102;g393ff7faeec_0_7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3ff7faeec_0_0"/>
          <p:cNvSpPr txBox="1"/>
          <p:nvPr>
            <p:ph type="title"/>
          </p:nvPr>
        </p:nvSpPr>
        <p:spPr>
          <a:xfrm>
            <a:off x="465387" y="34435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Task 2: Outline to Image </a:t>
            </a:r>
            <a:endParaRPr/>
          </a:p>
        </p:txBody>
      </p:sp>
      <p:sp>
        <p:nvSpPr>
          <p:cNvPr id="109" name="Google Shape;109;g393ff7faeec_0_0"/>
          <p:cNvSpPr txBox="1"/>
          <p:nvPr>
            <p:ph idx="1" type="body"/>
          </p:nvPr>
        </p:nvSpPr>
        <p:spPr>
          <a:xfrm>
            <a:off x="382250" y="1825625"/>
            <a:ext cx="115464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0" name="Google Shape;110;g393ff7faeec_0_0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g393ff7faeec_0_0" title="image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200" y="2712025"/>
            <a:ext cx="2993649" cy="372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93ff7faeec_0_0" title="Firefly_Two People running off into the sunset on top of the globe 39630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7813" y="2498175"/>
            <a:ext cx="4790835" cy="372647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93ff7faeec_0_0"/>
          <p:cNvSpPr/>
          <p:nvPr/>
        </p:nvSpPr>
        <p:spPr>
          <a:xfrm>
            <a:off x="4281050" y="4073225"/>
            <a:ext cx="1932600" cy="91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36df5c928_0_0"/>
          <p:cNvSpPr txBox="1"/>
          <p:nvPr>
            <p:ph type="title"/>
          </p:nvPr>
        </p:nvSpPr>
        <p:spPr>
          <a:xfrm>
            <a:off x="465387" y="34435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Task 3: Edit an Image </a:t>
            </a:r>
            <a:endParaRPr/>
          </a:p>
        </p:txBody>
      </p:sp>
      <p:sp>
        <p:nvSpPr>
          <p:cNvPr id="120" name="Google Shape;120;g3936df5c928_0_0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g3936df5c928_0_0" title="Elliot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400" y="1742775"/>
            <a:ext cx="3589850" cy="477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936df5c928_0_0" title="Elliot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6325" y="1742763"/>
            <a:ext cx="3662362" cy="488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936df5c928_0_0" title="Elliot4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34937" y="1720350"/>
            <a:ext cx="3618515" cy="4824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3ff7faeec_0_24"/>
          <p:cNvSpPr txBox="1"/>
          <p:nvPr>
            <p:ph type="title"/>
          </p:nvPr>
        </p:nvSpPr>
        <p:spPr>
          <a:xfrm>
            <a:off x="465387" y="34435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Task 4: Create an Infographic on “How to Create AI Images”</a:t>
            </a:r>
            <a:endParaRPr/>
          </a:p>
        </p:txBody>
      </p:sp>
      <p:sp>
        <p:nvSpPr>
          <p:cNvPr id="130" name="Google Shape;130;g393ff7faeec_0_24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393ff7faeec_0_24" title="AI For Creative Writing - visual sel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75" y="1825925"/>
            <a:ext cx="5407576" cy="4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93ff7faeec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5825" y="2310800"/>
            <a:ext cx="6304348" cy="351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2025-07-05T12:48:20Z</dcterms:created>
  <dc:creator>Connors, Collin Dey</dc:creator>
</cp:coreProperties>
</file>