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GocOqihGM4i60oKU3AN4DsDdh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rA5qnZUXcqo" TargetMode="External"/><Relationship Id="rId3" Type="http://schemas.openxmlformats.org/officeDocument/2006/relationships/hyperlink" Target="http://neuralnetworksanddeeplearning.com/chap1.html" TargetMode="External"/><Relationship Id="rId4" Type="http://schemas.openxmlformats.org/officeDocument/2006/relationships/hyperlink" Target="https://proceedings.neurips.cc/paper_files/paper/1988/file/a97da629b098b75c294dffdc3e463904-Paper.pdf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d4c5cc131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6d4c5cc131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Expression of the Emotions in Man and Animals: https://en.wikipedia.org/wiki/The_Expression_of_the_Emotions_in_Man_and_Animals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6d4c5cc131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12ca3d802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b12ca3d802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How Humans Recognize Digits: </a:t>
            </a:r>
            <a:r>
              <a:rPr lang="en-US" sz="1100" u="sng">
                <a:solidFill>
                  <a:srgbClr val="1155CC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https://www.youtube.com/watch?v=rA5qnZUXcqo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Michael Neilsen Digit Recognition: </a:t>
            </a:r>
            <a:r>
              <a:rPr lang="en-US" sz="11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http://neuralnetworksanddeeplearning.com/chap1.html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Neural</a:t>
            </a:r>
            <a:r>
              <a:rPr lang="en-US"/>
              <a:t> Network Recognizer For Hand-Written Zip Code Digits (1989): </a:t>
            </a:r>
            <a:r>
              <a:rPr lang="en-US" sz="1100" u="sng">
                <a:solidFill>
                  <a:schemeClr val="hlink"/>
                </a:solidFill>
                <a:hlinkClick r:id="rId4"/>
              </a:rPr>
              <a:t>https://proceedings.neurips.cc/paper_files/paper/1988/file/a97da629b098b75c294dffdc3e463904-Paper.pdf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sp>
        <p:nvSpPr>
          <p:cNvPr id="98" name="Google Shape;98;g3b12ca3d802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12ca3d802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b12ca3d802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7" name="Google Shape;107;g3b12ca3d802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2ca3d802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b12ca3d802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6" name="Google Shape;116;g3b12ca3d802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12ca3d802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b12ca3d802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6" name="Google Shape;126;g3b12ca3d802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12ca3d802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b12ca3d802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6" name="Google Shape;136;g3b12ca3d802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12ca3d802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b12ca3d802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6" name="Google Shape;146;g3b12ca3d802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12ca3d802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b12ca3d802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9" name="Google Shape;159;g3b12ca3d802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12ca3d802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b12ca3d802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7" name="Google Shape;167;g3b12ca3d802_0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12ca3d802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b12ca3d802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5" name="Google Shape;175;g3b12ca3d802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12ca3d802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b12ca3d802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3" name="Google Shape;183;g3b12ca3d802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d4c5cc131_0_7"/>
          <p:cNvSpPr txBox="1"/>
          <p:nvPr>
            <p:ph type="ctrTitle"/>
          </p:nvPr>
        </p:nvSpPr>
        <p:spPr>
          <a:xfrm>
            <a:off x="258175" y="129100"/>
            <a:ext cx="7965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Expression of the Digits in Machines</a:t>
            </a:r>
            <a:endParaRPr/>
          </a:p>
        </p:txBody>
      </p:sp>
      <p:sp>
        <p:nvSpPr>
          <p:cNvPr id="90" name="Google Shape;90;g36d4c5cc131_0_7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6d4c5cc131_0_7"/>
          <p:cNvSpPr txBox="1"/>
          <p:nvPr/>
        </p:nvSpPr>
        <p:spPr>
          <a:xfrm>
            <a:off x="5118650" y="1723375"/>
            <a:ext cx="56538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 problem of recognizing hand-written digits is of enormous practical and theoretical interest … This is a topic where "neural net" techniques are expected to be relevant, since the task requires closely mimicking human performance 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 AT&amp;T BELL LABS (1988)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6d4c5cc131_0_7"/>
          <p:cNvSpPr txBox="1"/>
          <p:nvPr/>
        </p:nvSpPr>
        <p:spPr>
          <a:xfrm>
            <a:off x="3425530" y="4102008"/>
            <a:ext cx="610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This lecture focuses on practical application, guiding you through the digit recognition code so you can train and test the model with your very own handwriting.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g36d4c5cc131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0750" y="6020300"/>
            <a:ext cx="675450" cy="5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6d4c5cc131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7449" y="3590209"/>
            <a:ext cx="2088600" cy="2224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12ca3d802_0_6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Problem</a:t>
            </a:r>
            <a:endParaRPr/>
          </a:p>
        </p:txBody>
      </p:sp>
      <p:sp>
        <p:nvSpPr>
          <p:cNvPr id="101" name="Google Shape;101;g3b12ca3d802_0_6"/>
          <p:cNvSpPr txBox="1"/>
          <p:nvPr>
            <p:ph idx="1" type="body"/>
          </p:nvPr>
        </p:nvSpPr>
        <p:spPr>
          <a:xfrm>
            <a:off x="837175" y="1916700"/>
            <a:ext cx="6292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You are the US Postal Service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You receive millions of hand addressed envelope each day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You have a human read the address on each letter and send it to the correct place. This is time consuming and expensive.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You want to have an automated system that can read the addresses and sort the mail into the correct bin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2" name="Google Shape;102;g3b12ca3d802_0_6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3b12ca3d802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3425" y="1916700"/>
            <a:ext cx="4613950" cy="317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12ca3d802_0_14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Solution</a:t>
            </a:r>
            <a:endParaRPr/>
          </a:p>
        </p:txBody>
      </p:sp>
      <p:sp>
        <p:nvSpPr>
          <p:cNvPr id="110" name="Google Shape;110;g3b12ca3d802_0_14"/>
          <p:cNvSpPr txBox="1"/>
          <p:nvPr>
            <p:ph idx="1" type="body"/>
          </p:nvPr>
        </p:nvSpPr>
        <p:spPr>
          <a:xfrm>
            <a:off x="837175" y="1916700"/>
            <a:ext cx="10679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You collect nearly 10,000 samples of handwritten digits, digitize them, and label them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You then train a Neural Network to classify handwritten digits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1" name="Google Shape;111;g3b12ca3d802_0_1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g3b12ca3d802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6900" y="3252350"/>
            <a:ext cx="6519675" cy="323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12ca3d802_0_24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1: Handwriting to Digital Sample</a:t>
            </a:r>
            <a:endParaRPr/>
          </a:p>
        </p:txBody>
      </p:sp>
      <p:sp>
        <p:nvSpPr>
          <p:cNvPr id="119" name="Google Shape;119;g3b12ca3d802_0_2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3b12ca3d802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1750" y="2168575"/>
            <a:ext cx="3435674" cy="28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b12ca3d802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8050" y="2122301"/>
            <a:ext cx="2921255" cy="2885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g3b12ca3d802_0_24"/>
          <p:cNvCxnSpPr/>
          <p:nvPr/>
        </p:nvCxnSpPr>
        <p:spPr>
          <a:xfrm>
            <a:off x="5375200" y="3484600"/>
            <a:ext cx="13593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12ca3d802_0_34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1: Handwriting to Digital Sample</a:t>
            </a:r>
            <a:endParaRPr/>
          </a:p>
        </p:txBody>
      </p:sp>
      <p:sp>
        <p:nvSpPr>
          <p:cNvPr id="129" name="Google Shape;129;g3b12ca3d802_0_3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g3b12ca3d802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2800" y="2041651"/>
            <a:ext cx="2921255" cy="2885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g3b12ca3d802_0_34"/>
          <p:cNvCxnSpPr/>
          <p:nvPr/>
        </p:nvCxnSpPr>
        <p:spPr>
          <a:xfrm>
            <a:off x="5375200" y="3484600"/>
            <a:ext cx="13593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32" name="Google Shape;132;g3b12ca3d802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8775" y="2021905"/>
            <a:ext cx="2921249" cy="2912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12ca3d802_0_45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2: Digital Sample to List of Numbers</a:t>
            </a:r>
            <a:endParaRPr/>
          </a:p>
        </p:txBody>
      </p:sp>
      <p:sp>
        <p:nvSpPr>
          <p:cNvPr id="139" name="Google Shape;139;g3b12ca3d802_0_45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g3b12ca3d802_0_45"/>
          <p:cNvCxnSpPr/>
          <p:nvPr/>
        </p:nvCxnSpPr>
        <p:spPr>
          <a:xfrm>
            <a:off x="5375200" y="3484600"/>
            <a:ext cx="13593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41" name="Google Shape;141;g3b12ca3d802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8475" y="2104005"/>
            <a:ext cx="2921249" cy="291271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b12ca3d802_0_45"/>
          <p:cNvSpPr txBox="1"/>
          <p:nvPr/>
        </p:nvSpPr>
        <p:spPr>
          <a:xfrm>
            <a:off x="6980150" y="2115263"/>
            <a:ext cx="3906600" cy="28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</a:t>
            </a:r>
            <a:endParaRPr b="1" i="0" sz="2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 0, 0, …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…255, 255, 255, …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0, 0, 0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12ca3d802_0_55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3: Split the X and Y</a:t>
            </a:r>
            <a:endParaRPr/>
          </a:p>
        </p:txBody>
      </p:sp>
      <p:sp>
        <p:nvSpPr>
          <p:cNvPr id="149" name="Google Shape;149;g3b12ca3d802_0_55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b12ca3d802_0_55"/>
          <p:cNvSpPr txBox="1"/>
          <p:nvPr/>
        </p:nvSpPr>
        <p:spPr>
          <a:xfrm>
            <a:off x="1233600" y="2758975"/>
            <a:ext cx="3906600" cy="28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</a:t>
            </a:r>
            <a:endParaRPr b="1" i="0" sz="2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 0, 0, …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…255, 255, 255, …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0, 0, 0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b12ca3d802_0_55"/>
          <p:cNvSpPr txBox="1"/>
          <p:nvPr/>
        </p:nvSpPr>
        <p:spPr>
          <a:xfrm>
            <a:off x="6345550" y="2758975"/>
            <a:ext cx="3540600" cy="28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 0, 0, …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…255, 255, 255, …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0, 0, 0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b12ca3d802_0_55"/>
          <p:cNvSpPr txBox="1"/>
          <p:nvPr/>
        </p:nvSpPr>
        <p:spPr>
          <a:xfrm>
            <a:off x="10012375" y="2758975"/>
            <a:ext cx="6786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g3b12ca3d802_0_55"/>
          <p:cNvCxnSpPr/>
          <p:nvPr/>
        </p:nvCxnSpPr>
        <p:spPr>
          <a:xfrm>
            <a:off x="4603350" y="3681675"/>
            <a:ext cx="13593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" name="Google Shape;154;g3b12ca3d802_0_55"/>
          <p:cNvSpPr txBox="1"/>
          <p:nvPr/>
        </p:nvSpPr>
        <p:spPr>
          <a:xfrm>
            <a:off x="6411250" y="1899300"/>
            <a:ext cx="199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(input)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b12ca3d802_0_55"/>
          <p:cNvSpPr txBox="1"/>
          <p:nvPr/>
        </p:nvSpPr>
        <p:spPr>
          <a:xfrm>
            <a:off x="9886150" y="1899288"/>
            <a:ext cx="214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(output)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12ca3d802_0_70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4: Train the Model - Forward Pass</a:t>
            </a:r>
            <a:endParaRPr/>
          </a:p>
        </p:txBody>
      </p:sp>
      <p:sp>
        <p:nvSpPr>
          <p:cNvPr id="162" name="Google Shape;162;g3b12ca3d802_0_70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g3b12ca3d802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1675" y="1495575"/>
            <a:ext cx="8795143" cy="48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12ca3d802_0_91"/>
          <p:cNvSpPr txBox="1"/>
          <p:nvPr>
            <p:ph type="title"/>
          </p:nvPr>
        </p:nvSpPr>
        <p:spPr>
          <a:xfrm>
            <a:off x="1074050" y="329500"/>
            <a:ext cx="11118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5: Train the Model - Backpropagation</a:t>
            </a:r>
            <a:endParaRPr/>
          </a:p>
        </p:txBody>
      </p:sp>
      <p:sp>
        <p:nvSpPr>
          <p:cNvPr id="170" name="Google Shape;170;g3b12ca3d802_0_91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g3b12ca3d802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2425" y="1458150"/>
            <a:ext cx="8842125" cy="513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12ca3d802_0_99"/>
          <p:cNvSpPr txBox="1"/>
          <p:nvPr>
            <p:ph type="title"/>
          </p:nvPr>
        </p:nvSpPr>
        <p:spPr>
          <a:xfrm>
            <a:off x="1074050" y="329500"/>
            <a:ext cx="11118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6: Repeat Steps 4 &amp; 5 for 1000’s of examples</a:t>
            </a:r>
            <a:endParaRPr/>
          </a:p>
        </p:txBody>
      </p:sp>
      <p:sp>
        <p:nvSpPr>
          <p:cNvPr id="178" name="Google Shape;178;g3b12ca3d802_0_99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g3b12ca3d802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7175" y="1841050"/>
            <a:ext cx="8010076" cy="465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12ca3d802_0_106"/>
          <p:cNvSpPr txBox="1"/>
          <p:nvPr>
            <p:ph type="title"/>
          </p:nvPr>
        </p:nvSpPr>
        <p:spPr>
          <a:xfrm>
            <a:off x="1074050" y="329500"/>
            <a:ext cx="11118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Step 7: Test your model</a:t>
            </a:r>
            <a:endParaRPr/>
          </a:p>
        </p:txBody>
      </p:sp>
      <p:sp>
        <p:nvSpPr>
          <p:cNvPr id="186" name="Google Shape;186;g3b12ca3d802_0_106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3b12ca3d802_0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250" y="1655200"/>
            <a:ext cx="8270252" cy="489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2025-07-05T12:48:20Z</dcterms:created>
  <dc:creator>Connors, Collin Dey</dc:creator>
</cp:coreProperties>
</file>