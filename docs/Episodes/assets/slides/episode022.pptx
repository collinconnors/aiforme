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bBrqmUKzGllGWQ6ZezxIJ/MHU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4ca9d3d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6d4ca9d3d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6d4ca9d3d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b8d30b041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9b8d30b041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g39b8d30b041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b8d30b041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9b8d30b041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6" name="Google Shape;106;g39b8d30b041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2ca3d802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b12ca3d802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5" name="Google Shape;115;g3b12ca3d802_0_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12ca3d802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b12ca3d802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4" name="Google Shape;124;g3b12ca3d802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b8d30b041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9b8d30b041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https://playground.tensorflow.org/</a:t>
            </a:r>
            <a:endParaRPr/>
          </a:p>
        </p:txBody>
      </p:sp>
      <p:sp>
        <p:nvSpPr>
          <p:cNvPr id="133" name="Google Shape;133;g39b8d30b041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d4ca9d3d1_0_26"/>
          <p:cNvSpPr txBox="1"/>
          <p:nvPr>
            <p:ph type="ctrTitle"/>
          </p:nvPr>
        </p:nvSpPr>
        <p:spPr>
          <a:xfrm>
            <a:off x="-145475" y="289750"/>
            <a:ext cx="90252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Multilayer Perceptron</a:t>
            </a:r>
            <a:endParaRPr/>
          </a:p>
        </p:txBody>
      </p:sp>
      <p:sp>
        <p:nvSpPr>
          <p:cNvPr id="90" name="Google Shape;90;g36d4ca9d3d1_0_26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6d4ca9d3d1_0_26"/>
          <p:cNvSpPr txBox="1"/>
          <p:nvPr/>
        </p:nvSpPr>
        <p:spPr>
          <a:xfrm>
            <a:off x="3425525" y="1723375"/>
            <a:ext cx="7346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Perceptrons have been widely publicized as “pattern recognition” or “learning” machines and as such have been discussed in a large number of books, journal articles, and voluminous “reports.” Most of this writing...is without scientific value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MARVIN MINSKY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(19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88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6d4ca9d3d1_0_26"/>
          <p:cNvSpPr txBox="1"/>
          <p:nvPr/>
        </p:nvSpPr>
        <p:spPr>
          <a:xfrm>
            <a:off x="3425530" y="4102008"/>
            <a:ext cx="6102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This lecture ex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pands the perceptron model into the 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Multilayer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Perceptron (MLP) and 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examines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how the Feedforward and Backpropagation steps change as our model shifts from a single perceptron to the MLP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6d4ca9d3d1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0750" y="6020300"/>
            <a:ext cx="675450" cy="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6d4ca9d3d1_0_26"/>
          <p:cNvPicPr preferRelativeResize="0"/>
          <p:nvPr/>
        </p:nvPicPr>
        <p:blipFill rotWithShape="1">
          <a:blip r:embed="rId4">
            <a:alphaModFix/>
          </a:blip>
          <a:srcRect b="7537" l="0" r="10281" t="24981"/>
          <a:stretch/>
        </p:blipFill>
        <p:spPr>
          <a:xfrm>
            <a:off x="791763" y="3855025"/>
            <a:ext cx="2003400" cy="200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b8d30b041_0_50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Multilayer Perceptron (MLP)</a:t>
            </a:r>
            <a:endParaRPr/>
          </a:p>
        </p:txBody>
      </p:sp>
      <p:sp>
        <p:nvSpPr>
          <p:cNvPr id="101" name="Google Shape;101;g39b8d30b041_0_5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g39b8d30b041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4100" y="1556950"/>
            <a:ext cx="9372600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b8d30b041_0_57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MLP Example - Feed Forward</a:t>
            </a:r>
            <a:endParaRPr/>
          </a:p>
        </p:txBody>
      </p:sp>
      <p:sp>
        <p:nvSpPr>
          <p:cNvPr id="109" name="Google Shape;109;g39b8d30b041_0_57"/>
          <p:cNvSpPr txBox="1"/>
          <p:nvPr>
            <p:ph idx="1" type="body"/>
          </p:nvPr>
        </p:nvSpPr>
        <p:spPr>
          <a:xfrm>
            <a:off x="837186" y="1916696"/>
            <a:ext cx="7798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0" name="Google Shape;110;g39b8d30b041_0_57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9b8d30b041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6602" y="1415888"/>
            <a:ext cx="7798801" cy="5352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2ca3d802_0_27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MLP Example - Back Propagation</a:t>
            </a:r>
            <a:endParaRPr/>
          </a:p>
        </p:txBody>
      </p:sp>
      <p:sp>
        <p:nvSpPr>
          <p:cNvPr id="118" name="Google Shape;118;g3b12ca3d802_0_274"/>
          <p:cNvSpPr txBox="1"/>
          <p:nvPr>
            <p:ph idx="1" type="body"/>
          </p:nvPr>
        </p:nvSpPr>
        <p:spPr>
          <a:xfrm>
            <a:off x="837186" y="1916696"/>
            <a:ext cx="7798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9" name="Google Shape;119;g3b12ca3d802_0_27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b12ca3d802_0_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4128" y="1399625"/>
            <a:ext cx="5983725" cy="53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2ca3d802_0_28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MLP Example - Back Propagation</a:t>
            </a:r>
            <a:endParaRPr/>
          </a:p>
        </p:txBody>
      </p:sp>
      <p:sp>
        <p:nvSpPr>
          <p:cNvPr id="127" name="Google Shape;127;g3b12ca3d802_0_284"/>
          <p:cNvSpPr txBox="1"/>
          <p:nvPr>
            <p:ph idx="1" type="body"/>
          </p:nvPr>
        </p:nvSpPr>
        <p:spPr>
          <a:xfrm>
            <a:off x="837186" y="1916696"/>
            <a:ext cx="7798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8" name="Google Shape;128;g3b12ca3d802_0_28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3b12ca3d802_0_2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1034" y="1349863"/>
            <a:ext cx="8189937" cy="54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8d30b041_0_64"/>
          <p:cNvSpPr txBox="1"/>
          <p:nvPr>
            <p:ph type="title"/>
          </p:nvPr>
        </p:nvSpPr>
        <p:spPr>
          <a:xfrm>
            <a:off x="1074050" y="329500"/>
            <a:ext cx="981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TensorFlow Playground</a:t>
            </a:r>
            <a:endParaRPr/>
          </a:p>
        </p:txBody>
      </p:sp>
      <p:sp>
        <p:nvSpPr>
          <p:cNvPr id="136" name="Google Shape;136;g39b8d30b041_0_64"/>
          <p:cNvSpPr txBox="1"/>
          <p:nvPr>
            <p:ph idx="1" type="body"/>
          </p:nvPr>
        </p:nvSpPr>
        <p:spPr>
          <a:xfrm>
            <a:off x="837186" y="1916696"/>
            <a:ext cx="7798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g39b8d30b041_0_6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9b8d30b041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175" y="1612493"/>
            <a:ext cx="11184800" cy="4959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2025-07-05T12:48:20Z</dcterms:created>
  <dc:creator>Connors, Collin Dey</dc:creator>
</cp:coreProperties>
</file>