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Play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iG1DPa2XP06f4PFt+G2CTJeRnQ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Play-regular.fnt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rxiv.org/abs/1601.06759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rxiv.org/abs/1601.06759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rxiv.org/abs/1601.06759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rxiv.org/abs/1601.06759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rxiv.org/abs/1601.06759" TargetMode="External"/><Relationship Id="rId3" Type="http://schemas.openxmlformats.org/officeDocument/2006/relationships/hyperlink" Target="https://www.youtube.com/watch?v=zc5NTeJbk-k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rxiv.org/abs/2006.11239" TargetMode="External"/><Relationship Id="rId3" Type="http://schemas.openxmlformats.org/officeDocument/2006/relationships/hyperlink" Target="https://learnopencv.com/denoising-diffusion-probabilistic-models/" TargetMode="External"/><Relationship Id="rId4" Type="http://schemas.openxmlformats.org/officeDocument/2006/relationships/hyperlink" Target="https://www.youtube.com/watch?v=iv-5mZ_9CPY" TargetMode="External"/><Relationship Id="rId5" Type="http://schemas.openxmlformats.org/officeDocument/2006/relationships/hyperlink" Target="https://arxiv.org/abs/2010.02502" TargetMode="External"/><Relationship Id="rId6" Type="http://schemas.openxmlformats.org/officeDocument/2006/relationships/hyperlink" Target="https://www.youtube.com/watch?v=r4V0vLhYZIQ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openai.com/index/clip/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openai.com/index/clip/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dn.openai.com/papers/dall-e-2.pdf" TargetMode="External"/><Relationship Id="rId3" Type="http://schemas.openxmlformats.org/officeDocument/2006/relationships/hyperlink" Target="https://medium.com/augmented-startups/how-does-dall-e-2-work-e6d492a2667f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table-diffusion-art.com/how-stable-diffusion-work/#Text-to-image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d4ca9d3d1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6d4ca9d3d1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g36d4ca9d3d1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55d0f31d0_0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955d0f31d0_0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Pixel Recurrent Neural Networks: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https://arxiv.org/abs/1601.06759</a:t>
            </a:r>
            <a:endParaRPr/>
          </a:p>
        </p:txBody>
      </p:sp>
      <p:sp>
        <p:nvSpPr>
          <p:cNvPr id="98" name="Google Shape;98;g3955d0f31d0_0_1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55d0f31d0_0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955d0f31d0_0_1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Pixel Recurrent Neural Networks: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https://arxiv.org/abs/1601.06759</a:t>
            </a:r>
            <a:endParaRPr/>
          </a:p>
        </p:txBody>
      </p:sp>
      <p:sp>
        <p:nvSpPr>
          <p:cNvPr id="108" name="Google Shape;108;g3955d0f31d0_0_1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55d0f31d0_0_1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955d0f31d0_0_1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Pixel Recurrent Neural Networks: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https://arxiv.org/abs/1601.06759</a:t>
            </a:r>
            <a:endParaRPr/>
          </a:p>
        </p:txBody>
      </p:sp>
      <p:sp>
        <p:nvSpPr>
          <p:cNvPr id="118" name="Google Shape;118;g3955d0f31d0_0_1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55d0f31d0_0_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955d0f31d0_0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Algorithmic Simplicity Autoregressive: https://www.youtube.com/watch?v=zc5NTeJbk-k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Pixel Recurrent Neural Networks: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https://arxiv.org/abs/1601.06759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8" name="Google Shape;128;g3955d0f31d0_0_1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55d0f31d0_0_1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955d0f31d0_0_1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Pixel Recurrent Neural Networks: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https://arxiv.org/abs/1601.06759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Diffusion vs Auto Regression: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https://www.youtube.com/watch?v=zc5NTeJbk-k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8" name="Google Shape;138;g3955d0f31d0_0_1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3ff7faeec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93ff7faeec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8" name="Google Shape;148;g393ff7faeec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55d0f31d0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955d0f31d0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7" name="Google Shape;157;g3955d0f31d0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55d0f31d0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955d0f31d0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7" name="Google Shape;167;g3955d0f31d0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55d0f31d0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955d0f31d0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6" name="Google Shape;176;g3955d0f31d0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55d0f31d0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955d0f31d0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5" name="Google Shape;185;g3955d0f31d0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55d0f31d0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955d0f31d0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4" name="Google Shape;194;g3955d0f31d0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55d0f31d0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955d0f31d0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Denoising Diffusion Probabilistic Models: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https://arxiv.org/abs/2006.11239</a:t>
            </a:r>
            <a:r>
              <a:rPr lang="en-US"/>
              <a:t> (2020)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Diffusion Demo: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https://learnopencv.com/denoising-diffusion-probabilistic-models/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3Blue1Brown Diffusion: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https://www.youtube.com/watch?v=iv-5mZ_9CPY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Denoising Diffusion Implicit Models: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https://arxiv.org/abs/2010.02502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Sorush Mehraban Diffusion Models: </a:t>
            </a:r>
            <a:r>
              <a:rPr lang="en-US" u="sng">
                <a:solidFill>
                  <a:schemeClr val="hlink"/>
                </a:solidFill>
                <a:hlinkClick r:id="rId6"/>
              </a:rPr>
              <a:t>https://www.youtube.com/watch?v=r4V0vLhYZIQ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3" name="Google Shape;203;g3955d0f31d0_0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55d0f31d0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955d0f31d0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CLIP: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https://openai.com/index/clip/</a:t>
            </a:r>
            <a:r>
              <a:rPr lang="en-US"/>
              <a:t> (2020)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4" name="Google Shape;214;g3955d0f31d0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55d0f31d0_0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955d0f31d0_0_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CLIP: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https://openai.com/index/clip/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2" name="Google Shape;222;g3955d0f31d0_0_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55d0f31d0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955d0f31d0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unCLIP (Dalle-2) -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https://cdn.openai.com/papers/dall-e-2.pdf</a:t>
            </a:r>
            <a:r>
              <a:rPr lang="en-US"/>
              <a:t> (2022)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Dalle 2 Article: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https://medium.com/augmented-startups/how-does-dall-e-2-work-e6d492a2667f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Open AI Dalle - https://openai.com/index/dall-e-2/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0" name="Google Shape;230;g3955d0f31d0_0_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9563064e90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9563064e90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Stable Diffusion: https://arxiv.org/abs/2112.10752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Stable Diffusion Demo: https://stability.ai/blog/stable-diffusion-public-release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How SD works: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https://stable-diffusion-art.com/how-stable-diffusion-work/#Text-to-image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8" name="Google Shape;238;g39563064e90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d4ca9d3d1_0_26"/>
          <p:cNvSpPr txBox="1"/>
          <p:nvPr>
            <p:ph type="ctrTitle"/>
          </p:nvPr>
        </p:nvSpPr>
        <p:spPr>
          <a:xfrm>
            <a:off x="161400" y="237800"/>
            <a:ext cx="11201400" cy="8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AI Image Generation</a:t>
            </a:r>
            <a:endParaRPr/>
          </a:p>
        </p:txBody>
      </p:sp>
      <p:sp>
        <p:nvSpPr>
          <p:cNvPr id="90" name="Google Shape;90;g36d4ca9d3d1_0_26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6d4ca9d3d1_0_26"/>
          <p:cNvSpPr txBox="1"/>
          <p:nvPr/>
        </p:nvSpPr>
        <p:spPr>
          <a:xfrm>
            <a:off x="5347600" y="1723375"/>
            <a:ext cx="54246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1" lang="en-US" sz="15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[Nano Banna] became the top rated image model in the world, and we were excited to see the overwhelming response from our customers. Nano Banana made it dramatically easier – and more fun – to edit images with natural language and make visuals with consistent characters.</a:t>
            </a:r>
            <a:endParaRPr b="0" i="0" sz="16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- </a:t>
            </a:r>
            <a:r>
              <a:rPr b="1" lang="en-US" sz="17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Google</a:t>
            </a:r>
            <a:r>
              <a:rPr b="1" i="0" lang="en-US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(</a:t>
            </a:r>
            <a:r>
              <a:rPr b="1" lang="en-US" sz="17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2025</a:t>
            </a:r>
            <a:r>
              <a:rPr b="1" i="0" lang="en-US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)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6d4ca9d3d1_0_26"/>
          <p:cNvSpPr txBox="1"/>
          <p:nvPr/>
        </p:nvSpPr>
        <p:spPr>
          <a:xfrm>
            <a:off x="3479230" y="3824808"/>
            <a:ext cx="6102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This lecture explores how to generate AI image through a series of 4 lab assignments. First you are challenged to generate AI images from text alone. Next you are challenged to turn a sketch into a work of art. The next challenge is to edit a picture. The final challenge is to take what you have learned from the previous 3 challenges and create an infographic. </a:t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93" name="Google Shape;93;g36d4ca9d3d1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0750" y="6020300"/>
            <a:ext cx="675450" cy="5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g36d4ca9d3d1_0_26"/>
          <p:cNvPicPr preferRelativeResize="0"/>
          <p:nvPr/>
        </p:nvPicPr>
        <p:blipFill rotWithShape="1">
          <a:blip r:embed="rId4">
            <a:alphaModFix/>
          </a:blip>
          <a:srcRect b="-1617" l="1757" r="1116" t="2371"/>
          <a:stretch/>
        </p:blipFill>
        <p:spPr>
          <a:xfrm>
            <a:off x="857425" y="3788350"/>
            <a:ext cx="2239500" cy="246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55d0f31d0_0_113"/>
          <p:cNvSpPr txBox="1"/>
          <p:nvPr>
            <p:ph type="title"/>
          </p:nvPr>
        </p:nvSpPr>
        <p:spPr>
          <a:xfrm>
            <a:off x="465372" y="344350"/>
            <a:ext cx="10081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What is this a picture of?</a:t>
            </a:r>
            <a:endParaRPr/>
          </a:p>
        </p:txBody>
      </p:sp>
      <p:sp>
        <p:nvSpPr>
          <p:cNvPr id="101" name="Google Shape;101;g3955d0f31d0_0_113"/>
          <p:cNvSpPr txBox="1"/>
          <p:nvPr>
            <p:ph idx="1" type="body"/>
          </p:nvPr>
        </p:nvSpPr>
        <p:spPr>
          <a:xfrm>
            <a:off x="322800" y="1555450"/>
            <a:ext cx="11546400" cy="48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2" name="Google Shape;102;g3955d0f31d0_0_113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g3955d0f31d0_0_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550" y="1751842"/>
            <a:ext cx="5688978" cy="46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955d0f31d0_0_113"/>
          <p:cNvSpPr/>
          <p:nvPr/>
        </p:nvSpPr>
        <p:spPr>
          <a:xfrm>
            <a:off x="3456325" y="1694650"/>
            <a:ext cx="6011100" cy="4758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55d0f31d0_0_141"/>
          <p:cNvSpPr txBox="1"/>
          <p:nvPr>
            <p:ph type="title"/>
          </p:nvPr>
        </p:nvSpPr>
        <p:spPr>
          <a:xfrm>
            <a:off x="465372" y="344350"/>
            <a:ext cx="10081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What is this a picture of?</a:t>
            </a:r>
            <a:endParaRPr/>
          </a:p>
        </p:txBody>
      </p:sp>
      <p:sp>
        <p:nvSpPr>
          <p:cNvPr id="111" name="Google Shape;111;g3955d0f31d0_0_141"/>
          <p:cNvSpPr txBox="1"/>
          <p:nvPr>
            <p:ph idx="1" type="body"/>
          </p:nvPr>
        </p:nvSpPr>
        <p:spPr>
          <a:xfrm>
            <a:off x="322800" y="1555450"/>
            <a:ext cx="11546400" cy="48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2" name="Google Shape;112;g3955d0f31d0_0_141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g3955d0f31d0_0_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550" y="1751842"/>
            <a:ext cx="5688978" cy="46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955d0f31d0_0_141"/>
          <p:cNvSpPr/>
          <p:nvPr/>
        </p:nvSpPr>
        <p:spPr>
          <a:xfrm>
            <a:off x="3566550" y="3224075"/>
            <a:ext cx="5688900" cy="3229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55d0f31d0_0_150"/>
          <p:cNvSpPr txBox="1"/>
          <p:nvPr>
            <p:ph type="title"/>
          </p:nvPr>
        </p:nvSpPr>
        <p:spPr>
          <a:xfrm>
            <a:off x="465372" y="344350"/>
            <a:ext cx="10081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What is this a picture of?</a:t>
            </a:r>
            <a:endParaRPr/>
          </a:p>
        </p:txBody>
      </p:sp>
      <p:sp>
        <p:nvSpPr>
          <p:cNvPr id="121" name="Google Shape;121;g3955d0f31d0_0_150"/>
          <p:cNvSpPr txBox="1"/>
          <p:nvPr>
            <p:ph idx="1" type="body"/>
          </p:nvPr>
        </p:nvSpPr>
        <p:spPr>
          <a:xfrm>
            <a:off x="322800" y="1555450"/>
            <a:ext cx="11546400" cy="48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2" name="Google Shape;122;g3955d0f31d0_0_150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g3955d0f31d0_0_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550" y="1751842"/>
            <a:ext cx="5688978" cy="46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955d0f31d0_0_150"/>
          <p:cNvSpPr/>
          <p:nvPr/>
        </p:nvSpPr>
        <p:spPr>
          <a:xfrm>
            <a:off x="3510650" y="5382575"/>
            <a:ext cx="5745000" cy="1070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55d0f31d0_0_168"/>
          <p:cNvSpPr txBox="1"/>
          <p:nvPr>
            <p:ph type="title"/>
          </p:nvPr>
        </p:nvSpPr>
        <p:spPr>
          <a:xfrm>
            <a:off x="465372" y="344350"/>
            <a:ext cx="10081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AutoRegressive Image Generation</a:t>
            </a:r>
            <a:endParaRPr/>
          </a:p>
        </p:txBody>
      </p:sp>
      <p:sp>
        <p:nvSpPr>
          <p:cNvPr id="131" name="Google Shape;131;g3955d0f31d0_0_168"/>
          <p:cNvSpPr txBox="1"/>
          <p:nvPr>
            <p:ph idx="1" type="body"/>
          </p:nvPr>
        </p:nvSpPr>
        <p:spPr>
          <a:xfrm>
            <a:off x="322800" y="1555450"/>
            <a:ext cx="11546400" cy="48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2" name="Google Shape;132;g3955d0f31d0_0_168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g3955d0f31d0_0_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550" y="1751842"/>
            <a:ext cx="5688978" cy="46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955d0f31d0_0_168"/>
          <p:cNvSpPr/>
          <p:nvPr/>
        </p:nvSpPr>
        <p:spPr>
          <a:xfrm>
            <a:off x="9094075" y="6228775"/>
            <a:ext cx="161400" cy="142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55d0f31d0_0_179"/>
          <p:cNvSpPr txBox="1"/>
          <p:nvPr>
            <p:ph type="title"/>
          </p:nvPr>
        </p:nvSpPr>
        <p:spPr>
          <a:xfrm>
            <a:off x="465372" y="344350"/>
            <a:ext cx="10081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Pixel Recurrent Neural Networks</a:t>
            </a:r>
            <a:endParaRPr/>
          </a:p>
        </p:txBody>
      </p:sp>
      <p:sp>
        <p:nvSpPr>
          <p:cNvPr id="141" name="Google Shape;141;g3955d0f31d0_0_179"/>
          <p:cNvSpPr txBox="1"/>
          <p:nvPr>
            <p:ph idx="1" type="body"/>
          </p:nvPr>
        </p:nvSpPr>
        <p:spPr>
          <a:xfrm>
            <a:off x="322800" y="1555450"/>
            <a:ext cx="11546400" cy="48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2" name="Google Shape;142;g3955d0f31d0_0_179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955d0f31d0_0_179"/>
          <p:cNvSpPr/>
          <p:nvPr/>
        </p:nvSpPr>
        <p:spPr>
          <a:xfrm>
            <a:off x="9094075" y="6228775"/>
            <a:ext cx="161400" cy="142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g3955d0f31d0_0_1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3150" y="1738100"/>
            <a:ext cx="7566368" cy="489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3ff7faeec_0_7"/>
          <p:cNvSpPr txBox="1"/>
          <p:nvPr>
            <p:ph type="title"/>
          </p:nvPr>
        </p:nvSpPr>
        <p:spPr>
          <a:xfrm>
            <a:off x="465372" y="344350"/>
            <a:ext cx="10081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What is this a picture of?</a:t>
            </a:r>
            <a:endParaRPr/>
          </a:p>
        </p:txBody>
      </p:sp>
      <p:sp>
        <p:nvSpPr>
          <p:cNvPr id="151" name="Google Shape;151;g393ff7faeec_0_7"/>
          <p:cNvSpPr txBox="1"/>
          <p:nvPr>
            <p:ph idx="1" type="body"/>
          </p:nvPr>
        </p:nvSpPr>
        <p:spPr>
          <a:xfrm>
            <a:off x="322800" y="1555450"/>
            <a:ext cx="11546400" cy="48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2" name="Google Shape;152;g393ff7faeec_0_7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g393ff7faeec_0_7" title="noisy_step_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1600" y="1827325"/>
            <a:ext cx="3268800" cy="435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55d0f31d0_0_1"/>
          <p:cNvSpPr txBox="1"/>
          <p:nvPr>
            <p:ph type="title"/>
          </p:nvPr>
        </p:nvSpPr>
        <p:spPr>
          <a:xfrm>
            <a:off x="465372" y="344350"/>
            <a:ext cx="10081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What is this a picture of?</a:t>
            </a:r>
            <a:endParaRPr/>
          </a:p>
        </p:txBody>
      </p:sp>
      <p:sp>
        <p:nvSpPr>
          <p:cNvPr id="160" name="Google Shape;160;g3955d0f31d0_0_1"/>
          <p:cNvSpPr txBox="1"/>
          <p:nvPr>
            <p:ph idx="1" type="body"/>
          </p:nvPr>
        </p:nvSpPr>
        <p:spPr>
          <a:xfrm>
            <a:off x="322800" y="1555450"/>
            <a:ext cx="11546400" cy="48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1" name="Google Shape;161;g3955d0f31d0_0_1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g3955d0f31d0_0_1" title="noisy_step_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1600" y="1827325"/>
            <a:ext cx="3268800" cy="43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3955d0f31d0_0_1" title="noisy_step_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1600" y="1843075"/>
            <a:ext cx="3268800" cy="4354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55d0f31d0_0_10"/>
          <p:cNvSpPr txBox="1"/>
          <p:nvPr>
            <p:ph type="title"/>
          </p:nvPr>
        </p:nvSpPr>
        <p:spPr>
          <a:xfrm>
            <a:off x="465372" y="344350"/>
            <a:ext cx="10081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What is this a picture of?</a:t>
            </a:r>
            <a:endParaRPr/>
          </a:p>
        </p:txBody>
      </p:sp>
      <p:sp>
        <p:nvSpPr>
          <p:cNvPr id="170" name="Google Shape;170;g3955d0f31d0_0_10"/>
          <p:cNvSpPr txBox="1"/>
          <p:nvPr>
            <p:ph idx="1" type="body"/>
          </p:nvPr>
        </p:nvSpPr>
        <p:spPr>
          <a:xfrm>
            <a:off x="322800" y="1555450"/>
            <a:ext cx="11546400" cy="48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1" name="Google Shape;171;g3955d0f31d0_0_10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g3955d0f31d0_0_10" title="noisy_step_3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1600" y="1827325"/>
            <a:ext cx="3268800" cy="4354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55d0f31d0_0_19"/>
          <p:cNvSpPr txBox="1"/>
          <p:nvPr>
            <p:ph type="title"/>
          </p:nvPr>
        </p:nvSpPr>
        <p:spPr>
          <a:xfrm>
            <a:off x="465372" y="344350"/>
            <a:ext cx="10081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What is this a picture of?</a:t>
            </a:r>
            <a:endParaRPr/>
          </a:p>
        </p:txBody>
      </p:sp>
      <p:sp>
        <p:nvSpPr>
          <p:cNvPr id="179" name="Google Shape;179;g3955d0f31d0_0_19"/>
          <p:cNvSpPr txBox="1"/>
          <p:nvPr>
            <p:ph idx="1" type="body"/>
          </p:nvPr>
        </p:nvSpPr>
        <p:spPr>
          <a:xfrm>
            <a:off x="322800" y="1555450"/>
            <a:ext cx="11546400" cy="48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0" name="Google Shape;180;g3955d0f31d0_0_19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g3955d0f31d0_0_19" title="noisy_step_2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1600" y="1827325"/>
            <a:ext cx="3268800" cy="4354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55d0f31d0_0_28"/>
          <p:cNvSpPr txBox="1"/>
          <p:nvPr>
            <p:ph type="title"/>
          </p:nvPr>
        </p:nvSpPr>
        <p:spPr>
          <a:xfrm>
            <a:off x="465372" y="344350"/>
            <a:ext cx="10081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What is this a picture of?</a:t>
            </a:r>
            <a:endParaRPr/>
          </a:p>
        </p:txBody>
      </p:sp>
      <p:sp>
        <p:nvSpPr>
          <p:cNvPr id="188" name="Google Shape;188;g3955d0f31d0_0_28"/>
          <p:cNvSpPr txBox="1"/>
          <p:nvPr>
            <p:ph idx="1" type="body"/>
          </p:nvPr>
        </p:nvSpPr>
        <p:spPr>
          <a:xfrm>
            <a:off x="322800" y="1555450"/>
            <a:ext cx="11546400" cy="48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9" name="Google Shape;189;g3955d0f31d0_0_28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g3955d0f31d0_0_28" title="noisy_step_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1600" y="1827325"/>
            <a:ext cx="3268800" cy="4354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55d0f31d0_0_37"/>
          <p:cNvSpPr txBox="1"/>
          <p:nvPr>
            <p:ph type="title"/>
          </p:nvPr>
        </p:nvSpPr>
        <p:spPr>
          <a:xfrm>
            <a:off x="465372" y="344350"/>
            <a:ext cx="10081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What is this a picture of?</a:t>
            </a:r>
            <a:endParaRPr/>
          </a:p>
        </p:txBody>
      </p:sp>
      <p:sp>
        <p:nvSpPr>
          <p:cNvPr id="197" name="Google Shape;197;g3955d0f31d0_0_37"/>
          <p:cNvSpPr txBox="1"/>
          <p:nvPr>
            <p:ph idx="1" type="body"/>
          </p:nvPr>
        </p:nvSpPr>
        <p:spPr>
          <a:xfrm>
            <a:off x="322800" y="1555450"/>
            <a:ext cx="11546400" cy="48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8" name="Google Shape;198;g3955d0f31d0_0_37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g3955d0f31d0_0_37" title="noisy_step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1600" y="1827325"/>
            <a:ext cx="3268800" cy="4354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55d0f31d0_0_47"/>
          <p:cNvSpPr txBox="1"/>
          <p:nvPr>
            <p:ph type="title"/>
          </p:nvPr>
        </p:nvSpPr>
        <p:spPr>
          <a:xfrm>
            <a:off x="465375" y="344350"/>
            <a:ext cx="11160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Denoising Diffusion 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Probabilistic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 Models</a:t>
            </a:r>
            <a:endParaRPr/>
          </a:p>
        </p:txBody>
      </p:sp>
      <p:sp>
        <p:nvSpPr>
          <p:cNvPr id="206" name="Google Shape;206;g3955d0f31d0_0_47"/>
          <p:cNvSpPr txBox="1"/>
          <p:nvPr>
            <p:ph idx="1" type="body"/>
          </p:nvPr>
        </p:nvSpPr>
        <p:spPr>
          <a:xfrm>
            <a:off x="322800" y="1555450"/>
            <a:ext cx="11546400" cy="48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7" name="Google Shape;207;g3955d0f31d0_0_47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g3955d0f31d0_0_47" title="noisy_step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9875" y="1827325"/>
            <a:ext cx="3268800" cy="4354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3955d0f31d0_0_47" title="noisy_step_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0475" y="1827325"/>
            <a:ext cx="3268800" cy="4354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" name="Google Shape;210;g3955d0f31d0_0_47"/>
          <p:cNvCxnSpPr/>
          <p:nvPr/>
        </p:nvCxnSpPr>
        <p:spPr>
          <a:xfrm flipH="1" rot="10800000">
            <a:off x="4353800" y="3834125"/>
            <a:ext cx="2472900" cy="105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55d0f31d0_0_73"/>
          <p:cNvSpPr txBox="1"/>
          <p:nvPr>
            <p:ph type="title"/>
          </p:nvPr>
        </p:nvSpPr>
        <p:spPr>
          <a:xfrm>
            <a:off x="465375" y="344350"/>
            <a:ext cx="11160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CLIP</a:t>
            </a:r>
            <a:endParaRPr/>
          </a:p>
        </p:txBody>
      </p:sp>
      <p:sp>
        <p:nvSpPr>
          <p:cNvPr id="217" name="Google Shape;217;g3955d0f31d0_0_73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g3955d0f31d0_0_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8525" y="1670050"/>
            <a:ext cx="6874961" cy="48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55d0f31d0_0_85"/>
          <p:cNvSpPr txBox="1"/>
          <p:nvPr>
            <p:ph type="title"/>
          </p:nvPr>
        </p:nvSpPr>
        <p:spPr>
          <a:xfrm>
            <a:off x="465375" y="344350"/>
            <a:ext cx="11160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CLIP</a:t>
            </a:r>
            <a:endParaRPr/>
          </a:p>
        </p:txBody>
      </p:sp>
      <p:sp>
        <p:nvSpPr>
          <p:cNvPr id="225" name="Google Shape;225;g3955d0f31d0_0_85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g3955d0f31d0_0_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3950" y="1098375"/>
            <a:ext cx="7250451" cy="555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55d0f31d0_0_93"/>
          <p:cNvSpPr txBox="1"/>
          <p:nvPr>
            <p:ph type="title"/>
          </p:nvPr>
        </p:nvSpPr>
        <p:spPr>
          <a:xfrm>
            <a:off x="465375" y="344350"/>
            <a:ext cx="11160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Un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CLIP</a:t>
            </a:r>
            <a:endParaRPr/>
          </a:p>
        </p:txBody>
      </p:sp>
      <p:sp>
        <p:nvSpPr>
          <p:cNvPr id="233" name="Google Shape;233;g3955d0f31d0_0_93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g3955d0f31d0_0_93"/>
          <p:cNvPicPr preferRelativeResize="0"/>
          <p:nvPr/>
        </p:nvPicPr>
        <p:blipFill rotWithShape="1">
          <a:blip r:embed="rId3">
            <a:alphaModFix/>
          </a:blip>
          <a:srcRect b="0" l="0" r="0" t="19257"/>
          <a:stretch/>
        </p:blipFill>
        <p:spPr>
          <a:xfrm>
            <a:off x="1140750" y="2021875"/>
            <a:ext cx="9809250" cy="39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563064e90_0_6"/>
          <p:cNvSpPr txBox="1"/>
          <p:nvPr>
            <p:ph type="title"/>
          </p:nvPr>
        </p:nvSpPr>
        <p:spPr>
          <a:xfrm>
            <a:off x="465375" y="344350"/>
            <a:ext cx="11160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Stable Diffusion</a:t>
            </a:r>
            <a:endParaRPr/>
          </a:p>
        </p:txBody>
      </p:sp>
      <p:sp>
        <p:nvSpPr>
          <p:cNvPr id="241" name="Google Shape;241;g39563064e90_0_6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g39563064e90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3600" y="1848925"/>
            <a:ext cx="7724775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2025-07-05T12:48:20Z</dcterms:created>
  <dc:creator>Connors, Collin Dey</dc:creator>
</cp:coreProperties>
</file>